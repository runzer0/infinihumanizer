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94A3B8"/>
                </a:solidFill>
                <a:latin typeface="Calibri"/>
              </a:defRPr>
            </a:pPr>
            <a:r>
              <a:t>ENTERPRISE CAPABILITY BRIEFING · 2026</a:t>
            </a:r>
          </a:p>
          <a:p>
            <a:pPr>
              <a:spcAft>
                <a:spcPts val="1600"/>
              </a:spcAft>
              <a:defRPr sz="3600" b="1">
                <a:solidFill>
                  <a:srgbClr val="FFFFFF"/>
                </a:solidFill>
                <a:latin typeface="Calibri"/>
              </a:defRPr>
            </a:pPr>
            <a:r>
              <a:t>DockStream: Intelligent Cross-Dock Logistics</a:t>
            </a:r>
          </a:p>
          <a:p>
            <a:pPr>
              <a:spcAft>
                <a:spcPts val="2400"/>
              </a:spcAft>
              <a:defRPr sz="1600">
                <a:solidFill>
                  <a:srgbClr val="CBD5E1"/>
                </a:solidFill>
                <a:latin typeface="Calibri"/>
              </a:defRPr>
            </a:pPr>
            <a:r>
              <a:t>Presented by Jack Johnson, Co-Founder · Eliminating Terminal Gridlock &amp; Detention Penalties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Purpose-Built for Mid-Market 3PL Distribution Facilities &amp; Freight Carriers</a:t>
            </a:r>
          </a:p>
          <a:p>
            <a:pPr>
              <a:spcAft>
                <a:spcPts val="600"/>
              </a:spcAft>
              <a:defRPr sz="1300">
                <a:solidFill>
                  <a:srgbClr val="94A3B8"/>
                </a:solidFill>
                <a:latin typeface="Calibri"/>
              </a:defRPr>
            </a:pPr>
            <a:r>
              <a:t>38% Turnaround Acceleration · 100% Digital Electronic BOL Compliance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INDUSTRY CHALLENGE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The Hidden Cost of Cross-Dock Inefficiency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Fragmented paperwork and manual phone calls paralyze regional distribution terminals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$180k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Annual Detention Loss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Paid per terminal in carrier demurrage penalties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114 min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Average Dwell Time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Trucks parked waiting for manual dock door assignment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14 hrs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Lost Weekly per Staff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Spent by dispatchers on phone tag and clipboard tracking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12%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BOL Claim Disputes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Paper bills lost, illegible, or lacking damage photos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DockStream Enterprise — Outbound Logistics Presentation · Slide 2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THE DOCKSTREAM SOLUTION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A Complete Terminal Orchestration Operating System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Connecting frontline dispatchers, yard spotters, and carriers in real time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1. Mobile Driver Check-In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Geofence triggers arrival alerts 2 miles out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Zero app friction: instant web container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Validates seal and temperature specs instantly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868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2. Dynamic Bay Assignment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Algorithm routes trailers based on forklift traffic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Prioritizes hot freight and expiring demurrage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Cuts yard dwell time by 38% immediately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20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3. Sign-on-Glass e-BOL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Timestamped photo exceptions for damaged cartons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Digital sign-off dispatched to carrier and shipper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Direct REST sync to SAP, Oracle, and Blue Yonder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DockStream Enterprise — Outbound Logistics Presentation · Slide 3 of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ENTERPRISE ROI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Proven Pilot Results: Midwest 3PL Case Study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Performance audited across 18,400 consecutive trailer transfers over 90 days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38%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Turn Time Reduction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From 114 minutes down to 71 minutes per trailer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490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$184k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Demurrage Savings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41% drop in carrier detention claims in quarter 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100%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Audit Compliance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Zero lost shipping documents across 18,400 transfers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1920240"/>
            <a:ext cx="246888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286000"/>
            <a:ext cx="1920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2563EB"/>
                </a:solidFill>
                <a:latin typeface="Calibri"/>
              </a:defRPr>
            </a:pPr>
            <a:r>
              <a:t>60 Days</a:t>
            </a:r>
          </a:p>
          <a:p>
            <a:pPr>
              <a:spcAft>
                <a:spcPts val="800"/>
              </a:spcAft>
              <a:defRPr sz="1400" b="1">
                <a:solidFill>
                  <a:srgbClr val="0F172A"/>
                </a:solidFill>
                <a:latin typeface="Calibri"/>
              </a:defRPr>
            </a:pPr>
            <a:r>
              <a:t>Cash Payback Window</a:t>
            </a:r>
          </a:p>
          <a:p>
            <a:pPr>
              <a:defRPr sz="1100">
                <a:solidFill>
                  <a:srgbClr val="64748B"/>
                </a:solidFill>
                <a:latin typeface="Calibri"/>
              </a:defRPr>
            </a:pPr>
            <a:r>
              <a:t>Platform investment fully recovered in two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DockStream Enterprise — Outbound Logistics Presentation · Slide 4 of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6984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63EB"/>
                </a:solidFill>
                <a:latin typeface="Calibri"/>
              </a:defRPr>
            </a:pPr>
            <a:r>
              <a:t>COMMERCIAL PRICING</a:t>
            </a:r>
          </a:p>
          <a:p>
            <a:pPr>
              <a:defRPr sz="2200" b="1">
                <a:solidFill>
                  <a:srgbClr val="0F172A"/>
                </a:solidFill>
                <a:latin typeface="Calibri"/>
              </a:defRPr>
            </a:pPr>
            <a:r>
              <a:t>Predictable, High-ROI Commercial Tiering</a:t>
            </a:r>
          </a:p>
          <a:p>
            <a:pPr>
              <a:spcBef>
                <a:spcPts val="200"/>
              </a:spcBef>
              <a:defRPr sz="1200">
                <a:solidFill>
                  <a:srgbClr val="64748B"/>
                </a:solidFill>
                <a:latin typeface="Calibri"/>
              </a:defRPr>
            </a:pPr>
            <a:r>
              <a:t>Simple transparent licensing based on terminal size and load throughput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698480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Standard Hub ($14,400/yr)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Single terminal with up to 20 dock doors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Mobile driver intake &amp; e-BOL generation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Standard email support and 99.9% uptime SLA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436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7868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Enterprise Terminal ($28,500/yr)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High-volume regional hub (20–60 doors)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Dynamic yard slotting &amp; demurrage countdown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Native SAP / Oracle TMS integration modules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7200" y="1920240"/>
            <a:ext cx="3352800" cy="4114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0" y="2194560"/>
            <a:ext cx="280416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F172A"/>
                </a:solidFill>
                <a:latin typeface="Calibri"/>
              </a:defRPr>
            </a:pPr>
            <a:r>
              <a:t>Multi-Site Network ($54,000/yr)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Enterprise carrier network with 60+ doors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Custom EDI bridges &amp; dedicated solution architect</a:t>
            </a:r>
          </a:p>
          <a:p>
            <a:pPr>
              <a:spcAft>
                <a:spcPts val="600"/>
              </a:spcAft>
              <a:defRPr sz="1100">
                <a:solidFill>
                  <a:srgbClr val="334155"/>
                </a:solidFill>
                <a:latin typeface="Calibri"/>
              </a:defRPr>
            </a:pPr>
            <a:r>
              <a:t>•  99.95% uptime SLA with 24/7 dedicated telephone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4A3B8"/>
                </a:solidFill>
                <a:latin typeface="Calibri"/>
              </a:defRPr>
            </a:pPr>
            <a:r>
              <a:t>DockStream Enterprise — Outbound Logistics Presentation · Slide 5 of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