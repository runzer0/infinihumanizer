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  <Relationship Id="rIdSlide11" Type="http://schemas.openxmlformats.org/officeDocument/2006/relationships/slide" Target="slides/slide11.xml"/>
  <Relationship Id="rIdSlide12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DockStream: Intelligent Cross-Dock Logistics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Presented by Jack Johnson, Co-Founder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Accelerating Mid-Market 3PL Dock Turn Times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The Hidden Cost of Dock Congestion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Midwest carriers report 14 hours per week lost waiting on paperwork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Detention fees cost average distribution hubs $180,000 annually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Fragmented driver texts and phone calls create dockyard gridlock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The DockStream Platform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Automated driver check-in via mobile geofence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Dynamic dock door assignment based on pallet count and liftgate need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Instant electronic BOL generation and ERP sync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Case Study: Midwest 3PL Pilot Results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38% reduction in average trailer turnaround time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14 hours per week saved per dispatcher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Zero lost paperwork across 18,000 consecutive pallet transfers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Architecture &amp; Enterprise Security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Cloud-native microservices with 99.99% uptime guarantee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SOC2 Type II certified with end-to-end 256-bit AES encryption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Native bi-directional API connectors for SAP, Oracle TMS, and Blue Yonder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Driver Experience &amp; Mobile Simplicity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Drivers check in via SMS link—no mobile app download required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Multi-language support (English, Spanish, Polish)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Digital bill of lading signed on glass in under 30 seconds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Real-Time Facility Operations Dashboard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Bird's-eye view of all active loading bays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Predictive demurrage alerts 45 minutes before detention penalties trigger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Automated shift performance and throughput reports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Customer Testimonial: Apex Cold Logistics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'DockStream paid for itself in reduced detention claims in month one.'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- Dave Henderson, Director of Terminal Operations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Deployment Timeline: Live in 14 Days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Week 1: ERP API credential exchange and dockyard mapping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Week 2: Frontline dispatcher training and pilot bay rollout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Day 15: Full facility activation with dedicated implementation engineer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Pricing &amp; Licensing Tiers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Standard Hub: $1,250/month per terminal (up to 20 bays)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Enterprise Fleet: $2,800/month with unlimited bays and dedicated SLA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Volume discounts available for multi-facility operations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Customer ROI Payback Model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Average terminal saves $14,800/month in prevented detention fees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Labor efficiency yields additional $6,200/month in dispatcher bandwidth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Net ROI payback achieved in 21 days from facility go-live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Next Steps: Schedule Your Dockyard Scoping Call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Visit www.dockstream.io/schedule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Direct contact: Jack Johnson (jack@dockstream.io)</a:t>
            </a:r>
          </a:p>
        </p:txBody>
      </p:sp>
    </p:spTree>
  </p:cSld>
</p:sld>
</file>