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94A3B8"/>
                </a:solidFill>
                <a:latin typeface="Calibri"/>
              </a:defRPr>
            </a:pPr>
            <a:r>
              <a:t>CONFIDENTIAL &amp; PROPRIETARY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Oahu Catamaran &amp; Sportfishing Charters</a:t>
            </a:r>
          </a:p>
          <a:p>
            <a:pPr>
              <a:spcAft>
                <a:spcPts val="2400"/>
              </a:spcAft>
              <a:defRPr sz="1600">
                <a:solidFill>
                  <a:srgbClr val="CBD5E1"/>
                </a:solidFill>
                <a:latin typeface="Calibri"/>
              </a:defRPr>
            </a:pPr>
            <a:r>
              <a:t>2026 Private Charter &amp; Concierge Presentation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Presented by Luca Carollo, Managing Partner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Kewalo Basin Harbor, Honolulu, Hawaii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OAHU CATAMARAN &amp; SPORTFISHING PRIVATE CHARTERS — 2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Fleet Overview: Makani &amp; Hoku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USCG Licensed Captained Vessels out of Kewalo Basin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42ft Luxury Sailing Catamaran 'Makani' (18 passengers) for coastal sails &amp; snorkeling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34ft Custom Sportfisher 'Hoku' (6 passengers) for offshore big game fishing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Full marine electronics, sound systems, shaded cockpits, and private heads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Oahu Catamaran &amp; Sportfishing Private Charters — 2026 Presentation · 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OAHU CATAMARAN &amp; SPORTFISHING PRIVATE CHARTERS — 2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Private Sunset &amp; Turtle Canyon Snorkel Sails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Makani Catamaran Itinerary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Daily morning &amp; midday turtle canyon snorkeling excursions with sea turtles &amp; rays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Complimentary reef-safe sunscreen, premium mask/snorkel gear, and floating loungers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Iconic Waikiki &amp; Diamond Head golden hour private sunset sails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BYOB friendly with chilled coolers, ice, and optional island-sourced catering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Oahu Catamaran &amp; Sportfishing Private Charters — 2026 Presentation · 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OAHU CATAMARAN &amp; SPORTFISHING PRIVATE CHARTERS — 2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Deep Sea Offshore Big Game Fishing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Hoku Sportfisher Itinerary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Targeting Pacific Blue Marlin, Ahi (Yellowfin Tuna), Mahi-Mahi, and Ono (Wahoo)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Shimano Tiagra 80W &amp; 130 reels, Penn International tackle, green stick gear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Half-day (4h), 3/4-day (6h), and full-day (8h) private deep sea charters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Keep your catch: fresh fish cut and bagged for guests at the dock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Oahu Catamaran &amp; Sportfishing Private Charters — 2026 Presentation · 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OAHU CATAMARAN &amp; SPORTFISHING PRIVATE CHARTERS — 2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Charter Rates &amp; Seasonal Packages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Transparent Fixed 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Makani Catamaran: $950 Sunset (2.5h) · $1,400 Half-Day (4h) · $2,400 Full-Day (8h)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Hoku Sportfisher: $750 Sunset · $1,100 Half-Day (4h) · $1,950 Full-Day (8h)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Captain, first mate, fuel, and marine harbor fees included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Custom wedding, corporate team-building, and ash scattering charters available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Oahu Catamaran &amp; Sportfishing Private Charters — 2026 Presentation · 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OAHU CATAMARAN &amp; SPORTFISHING PRIVATE CHARTERS — 2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Guest Safety &amp; Environmental Stewardship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Coast Guard Inspected &amp; Reef Protected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USCG Master 100-Ton licensed captains with 15+ years Hawaiian waters experience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Annual marine safety inspections and comprehensive commercial liability insurance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100% reef-safe sunscreen policy to protect Oahu's nearshore coral ecosystems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Strict adherence to NOAA whale watching guidelines during humpback season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Oahu Catamaran &amp; Sportfishing Private Charters — 2026 Presentation · 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OAHU CATAMARAN &amp; SPORTFISHING PRIVATE CHARTERS — 2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Concierge &amp; Hotel Partner Program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Waikiki Luxury Hotel Concierge Desk Tie-Ins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Direct concierge booking hotline with priority calendar reservation locks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Transparent 15% concierge commission paid out on the 1st of each month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Custom co-branded welcome letters and champagne packages for VIP guests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Automated booking confirmation and digital waiver sent to guest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Oahu Catamaran &amp; Sportfishing Private Charters — 2026 Presentation · 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OAHU CATAMARAN &amp; SPORTFISHING PRIVATE CHARTERS — 2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Booking &amp; Reservations Hotline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Kewalo Basin Harbor, Slip K-14 &amp; K-15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Online: www.oahucharterco.com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Direct Captain Dispatch: (808) 555-0142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Email: charters@oahucharterco.com</a:t>
            </a:r>
          </a:p>
          <a:p>
            <a:pPr>
              <a:lnSpc>
                <a:spcPct val="125000"/>
              </a:lnSpc>
              <a:spcAft>
                <a:spcPts val="1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Dock Location: 1025 Ala Moana Blvd, Honolulu, HI 96814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Oahu Catamaran &amp; Sportfishing Private Charters — 2026 Presentation · 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