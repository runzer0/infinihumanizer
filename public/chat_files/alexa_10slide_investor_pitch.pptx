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94A3B8"/>
                </a:solidFill>
                <a:latin typeface="Calibri"/>
              </a:defRPr>
            </a:pPr>
            <a:r>
              <a:t>CONFIDENTIAL &amp; PROPRIETARY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FieldPulse: Automated Mobile Dispatch for Trade Fleets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Presented by Alexa Quintero, Founder &amp; CEO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Targeting the $8.2B North American Trade &amp; Field Services Market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ALEXA QUINTERO — ANGEL INVESTOR PRESENTATION (10 S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Problem: Broken Field Communication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Field technicians spend 2.4 hours daily on manual paper logs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Dispatchers scramble across phone calls, whiteboards, and text threads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Lost invoices and uncollected change orders bleed 8% of trade contractor margins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Alexa Quintero — Angel Investor Presentation (10 Slides) · 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ALEXA QUINTERO — ANGEL INVESTOR PRESENTATION (10 S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Solution: Real-Time Mobile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One-tap dispatch with GPS turn-by-turn routing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Offline mobile sign-off with instant photo attachments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Automated customer invoicing and integrated payment collection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Alexa Quintero — Angel Investor Presentation (10 Slides) · 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ALEXA QUINTERO — ANGEL INVESTOR PRESENTATION (10 S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Market Opportunity: $8.2B TAM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1.2 million independent trade and field service businesses in the US &amp; Canada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$8.2B Serviceable Available Market across plumbing, electrical, and HVAC fleets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Initial beachhead: 15,000 plumbing &amp; HVAC fleets with 5-25 service vans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Alexa Quintero — Angel Investor Presentation (10 Slides) ·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ALEXA QUINTERO — ANGEL INVESTOR PRESENTATION (10 S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Product Architecture &amp; Moat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Native offline-first mobile sync engine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Direct two-way accounting sync into QuickBooks and Xero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Zero onboarding friction: operational within 24 hours of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Alexa Quintero — Angel Investor Presentation (10 Slides) · 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ALEXA QUINTERO — ANGEL INVESTOR PRESENTATION (10 S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Traction &amp; Early Unit Economics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28 paid pilot contractors signed in first 90 days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$14,200 Monthly Recurring Revenue ($507 average fleet ARPU)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Zero logo churn since launch with 4.9/5 mobile app 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Alexa Quintero — Angel Investor Presentation (10 Slides) ·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ALEXA QUINTERO — ANGEL INVESTOR PRESENTATION (10 S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Go-To-Market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Direct local trade association partnerships and wholesale supplier distributor tie-ins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Performance SEO focused on state contractor licensing lookup pages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Low-friction 14-day free trial converting at 38% to paid annual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Alexa Quintero — Angel Investor Presentation (10 Slides) · 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ALEXA QUINTERO — ANGEL INVESTOR PRESENTATION (10 S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Competitive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Incumbents charge $1,500+ setup fees and require 6-week onboarding cycles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Legacy tools lack reliable offline caching when technicians work in basements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FieldPulse delivers 3x faster time-to-value at 50% lower total cost of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Alexa Quintero — Angel Investor Presentation (10 Slides) ·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ALEXA QUINTERO — ANGEL INVESTOR PRESENTATION (10 S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Financial Projections (3-Year Target)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Year 1: 180 Fleets · $1.1M ARR · Gross Margin 82%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Year 2: 650 Fleets · $3.9M ARR · Cash flow breakeven at Month 18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Year 3: 2,100 Fleets · $12.8M ARR · 4.2x LTV/CAC ratio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Alexa Quintero — Angel Investor Presentation (10 Slides) · 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ALEXA QUINTERO — ANGEL INVESTOR PRESENTATION (10 S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Ask: $750,000 Pre-Seed 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65% dedicated to engineering &amp; offline sync hardening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25% to initial customer acquisition and trade show sponsorships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10% working capital and reserve runway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Alexa Quintero — Angel Investor Presentation (10 Slides) · 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