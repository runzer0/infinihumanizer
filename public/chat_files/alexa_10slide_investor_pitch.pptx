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CONFIDENTIAL SEED FINANCING BRIEFING · 2026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FieldPulse: Intelligent Workflows for Trade Fleets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Presented by Alexa Quintero, Founder &amp; CEO · Mobile Dispatch &amp; Invoicing for Plumbing, HVAC &amp; Electrical Fleets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Targeting the $8.2B North American Trade &amp; Field Services Software Market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42 Active Fleets · $310k Current ARR · 92% Gross Software Margin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THE PROBLEM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Trade Fleets Bleed Margins Through Fragmented Paperwork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Field technicians lose hours on clipboards while dispatchers juggle disjointed spreadsheets and phone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2.4 hrs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Lost Daily per Tech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Spent on manual paperwork, travel logs, and phone check-ins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8.4%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Revenue Unbilled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Lost change orders, uncollected parts, and missing signatures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28 days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Payment Wait Time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Average time to collect invoices dispatched by mail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42%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Dispatcher Turnover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Stress driven by chaotic manual scheduling and dispatch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FieldPulse — Seed Investor Presentation · 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THE SOLUTION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 Mobile-First Operating System for Field Technicians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One tap to dispatch, offline mobile sign-off, and instant on-site card payment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1. GPS Turn-by-Turn Routing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Optimized route sequencing cuts windshield time by 22%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Automated customer arrival SMS with live tech tracking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Real-time geofence verifies technician on-site labor hours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2. Offline Field Invoicing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Operates seamlessly in basements and dead zones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Pre-loaded parts price books with margin rules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One-tap customer sign-on-glass work 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3. Integrated Mobile Payments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Tap-to-Pay and card reader payment capture on-site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Automated QuickBooks &amp; Xero accounting ledger sync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Cuts contractor DSO from 28 days down to 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FieldPulse — Seed Investor Presentation · 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MARKET OPPORTUNITY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$8.2B Addressable Trade Contractor Software Market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Over 1.2 million trade service businesses across the United States and Canada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$8.2B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Total Available Market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North American commercial &amp; residential trade contractors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$1.4B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Serviceable Market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Plumbing, electrical, and HVAC fleets with 5–30 vans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180,000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Target Fleet Businesses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Under-served by expensive legacy enterprise software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$89 / mo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Subscription Seat Fee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Per active technician with 92% gross software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FieldPulse — Seed Investor Presentation · 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TRACTION &amp; SEED ASK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Traction Benchmarks &amp; $1.8M Seed Financing Round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Accelerating engineering velocity and mid-market field sales expansion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Current Traction (Q3 2026)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$310,000 Annual Recurring Revenue (ARR)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42 Paid Contractor Fleets across 8 metropolitan markets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98.4% Monthly Customer Retention with 4.9 App Store rating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Use of Seed Proceeds ($1.8M)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60% Engineering: Automated parts inventory and AI quoting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25% Inside Sales &amp; Trade Association Channel Marketing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15% Customer Onboarding, Success &amp;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18-Month Target Milestones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Expand from 42 to 240 active contractor fleets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Scale ARR from $310k to $2.2M run-rate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Position company for Tier 1 Series A growth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FieldPulse — Seed Investor Presentation · 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