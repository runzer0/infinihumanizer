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FieldPulse: Automated Mobile Dispatch for Trade Fleets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Presented by Alexa Quintero, Founder &amp; CEO</a:t>
            </a:r>
          </a:p>
          <a:p>
            <a:pPr lvl="0"/>
            <a:r>
              <a:rPr lang="en-US" sz="1600"/>
              <a:t>Targeting the $8.2B North American Trade &amp; Field Services Market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The Problem: Broken Field Communication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Field technicians spend 2.4 hours daily on manual paper logs</a:t>
            </a:r>
          </a:p>
          <a:p>
            <a:pPr lvl="0"/>
            <a:r>
              <a:rPr lang="en-US" sz="1600"/>
              <a:t>Dispatchers scramble across phone calls, whiteboards, and text threads</a:t>
            </a:r>
          </a:p>
          <a:p>
            <a:pPr lvl="0"/>
            <a:r>
              <a:rPr lang="en-US" sz="1600"/>
              <a:t>Lost invoices and uncollected change orders bleed 8% of trade contractor margins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The Solution: Real-Time Mobile Workflows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One-tap dispatch with GPS turn-by-turn routing</a:t>
            </a:r>
          </a:p>
          <a:p>
            <a:pPr lvl="0"/>
            <a:r>
              <a:rPr lang="en-US" sz="1600"/>
              <a:t>Offline mobile sign-off with instant photo attachments</a:t>
            </a:r>
          </a:p>
          <a:p>
            <a:pPr lvl="0"/>
            <a:r>
              <a:rPr lang="en-US" sz="1600"/>
              <a:t>Automated customer invoicing and integrated payment collection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Market Opportunity: $8.2B TAM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1.2 million independent trade and field service businesses in the US &amp; Canada</a:t>
            </a:r>
          </a:p>
          <a:p>
            <a:pPr lvl="0"/>
            <a:r>
              <a:rPr lang="en-US" sz="1600"/>
              <a:t>$8.2B Serviceable Available Market across plumbing, electrical, and HVAC fleets</a:t>
            </a:r>
          </a:p>
          <a:p>
            <a:pPr lvl="0"/>
            <a:r>
              <a:rPr lang="en-US" sz="1600"/>
              <a:t>Initial beachhead: 15,000 plumbing &amp; HVAC fleets with 5-25 service vans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Product Architecture &amp; Moat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Native offline-first mobile sync engine</a:t>
            </a:r>
          </a:p>
          <a:p>
            <a:pPr lvl="0"/>
            <a:r>
              <a:rPr lang="en-US" sz="1600"/>
              <a:t>Direct two-way accounting sync into QuickBooks and Xero</a:t>
            </a:r>
          </a:p>
          <a:p>
            <a:pPr lvl="0"/>
            <a:r>
              <a:rPr lang="en-US" sz="1600"/>
              <a:t>Zero onboarding friction: operational within 24 hours of setup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Traction &amp; Early Unit Economics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28 paid pilot contractors signed in first 90 days</a:t>
            </a:r>
          </a:p>
          <a:p>
            <a:pPr lvl="0"/>
            <a:r>
              <a:rPr lang="en-US" sz="1600"/>
              <a:t>$14,200 Monthly Recurring Revenue ($507 average fleet ARPU)</a:t>
            </a:r>
          </a:p>
          <a:p>
            <a:pPr lvl="0"/>
            <a:r>
              <a:rPr lang="en-US" sz="1600"/>
              <a:t>Zero logo churn since launch with 4.9/5 mobile app rating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Go-To-Market Strategy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Direct local trade association partnerships and wholesale supplier distributor tie-ins</a:t>
            </a:r>
          </a:p>
          <a:p>
            <a:pPr lvl="0"/>
            <a:r>
              <a:rPr lang="en-US" sz="1600"/>
              <a:t>Performance SEO focused on state contractor licensing lookup pages</a:t>
            </a:r>
          </a:p>
          <a:p>
            <a:pPr lvl="0"/>
            <a:r>
              <a:rPr lang="en-US" sz="1600"/>
              <a:t>Low-friction 14-day free trial converting at 38% to paid annual tiers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Competitive Matrix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Incumbents charge $1,500+ setup fees and require 6-week onboarding cycles</a:t>
            </a:r>
          </a:p>
          <a:p>
            <a:pPr lvl="0"/>
            <a:r>
              <a:rPr lang="en-US" sz="1600"/>
              <a:t>Legacy tools lack reliable offline caching when technicians work in basements</a:t>
            </a:r>
          </a:p>
          <a:p>
            <a:pPr lvl="0"/>
            <a:r>
              <a:rPr lang="en-US" sz="1600"/>
              <a:t>FieldPulse delivers 3x faster time-to-value at 50% lower total cost of ownership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Financial Projections (3-Year Target)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Year 1: 180 Fleets · $1.1M ARR · Gross Margin 82%</a:t>
            </a:r>
          </a:p>
          <a:p>
            <a:pPr lvl="0"/>
            <a:r>
              <a:rPr lang="en-US" sz="1600"/>
              <a:t>Year 2: 650 Fleets · $3.9M ARR · Cash flow breakeven at Month 18</a:t>
            </a:r>
          </a:p>
          <a:p>
            <a:pPr lvl="0"/>
            <a:r>
              <a:rPr lang="en-US" sz="1600"/>
              <a:t>Year 3: 2,100 Fleets · $12.8M ARR · 4.2x LTV/CAC ratio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The Ask: $750,000 Pre-Seed Round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65% dedicated to engineering &amp; offline sync hardening</a:t>
            </a:r>
          </a:p>
          <a:p>
            <a:pPr lvl="0"/>
            <a:r>
              <a:rPr lang="en-US" sz="1600"/>
              <a:t>25% to initial customer acquisition and trade show sponsorships</a:t>
            </a:r>
          </a:p>
          <a:p>
            <a:pPr lvl="0"/>
            <a:r>
              <a:rPr lang="en-US" sz="1600"/>
              <a:t>10% working capital and reserve runway</a:t>
            </a:r>
          </a:p>
        </p:txBody>
      </p:sp>
    </p:spTree>
  </p:cSld>
</p:sld>
</file>